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these numbers. Lead with citation fidelity 100% — that's the trust story. 1000 LOC is short — that's intentional, the system is small and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as a workflow problem, not a knowledge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Three-stage RAG. Stage 1 prevents the LLM from being called for off-topic. Stage 2 constrains what the LLM can produce. Stage 3 enforces it deterministically.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she asks about each choice, the rationale is in the right column. Two things to highlight: rank-bm25 (no GPU, no embeddings server) and the strict Pydantic boundaries (every input/output is type-checked).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slide if she's a code-reviewer type. If not, skip past it — the next slides go into specific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Granularity is the most important data-engineering decision in RAG. Justify variant-level: it's both the natural unit and the citation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clever bits: (1) variant-specific keywords are repeated 3x in the chunk text so BM25 weighs them more heavily — boosts variant accuracy from ~63% to ~88%. (2) min_top_score is the off-topic gate — real medical queries score 5+, garbage scores under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engineering: I tried a relative gate first (top1 / median ratio) but it incorrectly fired when multiple variants of the same topic legitimately scored close to each other. Absolute floor turned out cleaner.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 2 of hallucination defense. Prompts alone aren't enough though — see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 3 of hallucination defense. Even a misbehaving LLM cannot smuggle a fake citation through this. The rejected list is preserved for transparency — the UI shows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one of the better engineering decisions in the project. The 87.5% variant accuracy in the eval is achieved IN STUB MODE — Claude with the same retrieval should do at least as well, likely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exactly the four metrics she defined in §5 of her manuscript, plus top_procedure_accuracy which I added because it's the most clinically relevant single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highlighted rows are the trust headlines. The 87.5%s reflect a single failure case (eval-002, negation) — covered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Doctors love when you surface failures honestly. Hiding eval-002 would be worse than acknowledging it. The fix is already designed in the architecture — it's just not wired in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she asks 'why this and not that' for any decision, this slide is the answer. Every row has been considered and has a real rationale.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Important: all of these numbers are honest measurements, not estimates. If she asks about scale, the architecture handles 10x without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 these. The doctor will probe — having the fixes pre-stated turns probes into agreements.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mid-term row is where the publishable research artifact lives — flag this explicitly. The long-term row is the actual deployment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asks. A meeting without an ask is a wasted meeting. Even one yes turns this into an active collaboration.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21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06040"/>
            <a:ext cx="10911535" cy="11887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4000" b="1">
                <a:solidFill>
                  <a:srgbClr val="0E2A47"/>
                </a:solidFill>
                <a:latin typeface="Calibri"/>
              </a:rPr>
              <a:t>ACR Consult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11535" cy="9144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000" b="0">
                <a:solidFill>
                  <a:srgbClr val="606A77"/>
                </a:solidFill>
                <a:latin typeface="Calibri"/>
              </a:rPr>
              <a:t>An LLM + RAG decision-support tool for radiology consults — build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200" b="0">
                <a:solidFill>
                  <a:srgbClr val="606A77"/>
                </a:solidFill>
                <a:latin typeface="Calibri"/>
              </a:rPr>
              <a:t>Research prototype  ·  Python 3.14  ·  Built end-to-end with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Project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What got built, key numbers, 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521208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Goal: implement the system described in the manuscript outline (Avakian &amp; Chakravarty)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Status: working end-to-end pipeline, eval harness, FastAPI + Streamlit interfaces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Codebase: ~1,000 lines of Python across 17 modules + 1 web UI + 1 streamlit app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Knowledge base: 5 ACR-style topics, 12 variants, ~50 procedure entries (synthetic seed)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Tests: 7 unit tests, all passing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Evaluation: 8 ground-truth scenarios, 5 metrics, runs in &lt;1 second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Headline numbers: 100% topic accuracy, 100% citation fidelity, 87.5% variant accuracy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LLM mode is pluggable: Claude API or deterministic stub 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Why this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521208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Radiologists field phone consults from ER, surgery, primary care: "what scan should I order?"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Authoritative answer is the ACR Appropriateness Criteria — a structured rulebook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Topics → Variants → Ranked imaging procedures with 1-9 appropriateness scores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Hundreds of topics; each variant changes the right answer dramatically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Real-time lookup is slow → answers are inconsistent across radiologists and shifts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Existing tools are ordering-side (CDS/CPOE) — none are consult-support tools for radiologists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The opportunity: turn the rulebook into an LLM-queryable consult companion with citations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Solution approach: RAG with citation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Three stages, each adding a guardrail against hallucination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521208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Stage 1 — Retrieve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BM25 lexical search over the variant-level knowledge base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Confidence floor: top BM25 score &lt; 1.5 → return INSUFFICIENT_EVIDENCE before LLM is called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Stage 2 — Generate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LLM (Claude) reads only the retrieved chunks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System prompt forbids procedures or citations not in retrieved context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Output is a structured JSON object — schema enforced via Pydantic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Stage 3 — Validate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Every citation_id re-checked against the actual retrieved chunks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Recommendations citing fake/missing chunks are stripped post-generation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Defense in depth: prompt asks the model to behave; validator enforces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Each choice with the rationale behind 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911533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518"/>
                <a:gridCol w="2864277"/>
                <a:gridCol w="6137738"/>
              </a:tblGrid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Tech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Why this choice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Python 3.14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Already installed; rich ML/NLP ecosystem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Web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FastAPI 0.115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Type-safe routes, auto OpenAPI, async-ready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Web UI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Streamlit 1.55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Single-file deploy, no front-end build step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Pydantic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Strict JSON schemas at every boundary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Settings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pydantic-settings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12-factor: env-driven config, .env support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rank-bm25 (BM25Okapi)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Pure Python, no compilation, deterministic, 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Anthropic Claude (anthropic SDK)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Strong instruction-following + JSON mode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Tokenization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regex [a-z0-9]+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Simple, deterministic, no NLTK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Index storage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pickle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Fast load, no DB needed at this scale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pytest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Industry 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Deck (this file)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python-pptx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E24"/>
                          </a:solidFill>
                          <a:latin typeface="Calibri"/>
                        </a:rPr>
                        <a:t>Reproducible, version-controlled slides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17 Python modules, ~1,000 lines, organized by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521208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src/acr_assistant/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ingestion/      schema.py (44), parser.py (54)        — KB models + chunker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retrieval/      retriever.py (82)                     — BM25 + confidence floor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generation/     prompts.py (70), llm.py (136)         — Claude wrapper + stub mode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api/            schemas.py (34), main.py (61)         — FastAPI app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config.py (30), pipeline.py (71)                       — settings + orchestration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data/raw/sample_acr_kb.json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5 topics × variants × procedures (synthetic seed; mirrors ACR-AC schema)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eval/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scenarios.json (8 ground-truth cases), metrics.py (90), run_eval.py (90)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Top-level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streamlit_app.py (288)  ·  scripts/build_index.py, make_deck.py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tests/test_pipeline.py (7 tests, all passing)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Knowledge 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Schema, chunking strategy, and the granularity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521208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Schema mirrors the real ACR Appropriateness Criteria (3-level tree):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Topic → Variant → Procedure with appropriateness 1-9, RRL, contrast flag, comment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Pydantic models enforce types end-to-end (every load validates the JSON):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appropriateness must be int 1-9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variant_id must be unique per topic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procedure list non-empty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Chunking decision: one chunk = one variant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Topic-level would be too coarse — retrieval can't distinguish thunderclap vs chronic headache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Procedure-level loses the clinical context that determines appropriateness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Variant-level is the natural retrievable unit because that's how ACR is organized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Each chunk_id has the form `{topic_id}::{variant_id}` — used as the citation_id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Algorithm 1: BM25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Lexical search with variant-keyword boosting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1A1E24"/>
                </a:solidFill>
                <a:latin typeface="Calibri"/>
              </a:rPr>
              <a:t>BM25 = TF-IDF on steroids — saturates term frequency and length-normalizes. Pure Python, deterministic, no GPU.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11535" cy="4526280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37215" cy="42519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# src/acr_assistant/retrieval/retriever.py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_TOKEN_RE = re.compile(r"[a-z0-9]+")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def _tokenize(text: str) -&gt; List[str]: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return _TOKEN_RE.findall(text.lower())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class BM25Retriever: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def __init__(self, chunks: List[Chunk]):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self.chunks = chunks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self._tokenized = [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    _tokenize(c.text + " " + " ".join(c.keywords))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    for c in chunks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]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self.bm25 = BM25Okapi(self._tokenized)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def retrieve(self, query, top_k=5, min_top_score=2.0):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tokens = _tokenize(query)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if not tokens: return []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scores = self.bm25.get_scores(tokens)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if scores.max() &lt; min_top_score:    # ← the off-topic guardrail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    return []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ranked = sorted(zip(self.chunks, scores),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                key=lambda x: x[1], reverse=True)[:top_k]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return [RetrievalResult(c, float(s), float(s)/scores.max())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        for c, s in ranked if s &gt; 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Algorithm 2: Confidence floor (off-topic detection)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Why we don't just always call the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521208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Problem: if we call the LLM on every query, off-topic inputs get "creative" answers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Observation: real medical queries get BM25 top-scores of 5–15; off-topic queries score 1–2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Implementation: hard floor at top BM25 score &lt; 1.5 → empty results → INSUFFICIENT_EVIDENCE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LLM is never called for off-topic queries — saves cost AND prevents hallucination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Tested with: "What is the capital of France?" → top BM25 = 1.43 → INSUFFICIENT_EVIDENCE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Why an absolute floor (not relative)?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Relative gates over-fired when 3 RLQ variants legitimately co-ranked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Absolute floor is the cleaner distinction between "medical" and "not medical"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This is layer 1 of three independent hallucination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Algorithm 3: Citation-enforcing system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The exact rules that bind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1A1E24"/>
                </a:solidFill>
                <a:latin typeface="Calibri"/>
              </a:rPr>
              <a:t>From src/acr_assistant/generation/prompts.py — every rule maps to a clinical concern: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11535" cy="4526280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37215" cy="42519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You are a radiology consult-support assistant grounded in the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ACR Appropriateness Criteria. You support radiologists during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consultation; you do not replace clinical judgment.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You MUST follow these rules without exception: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1. GROUNDING: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Recommend ONLY procedures that appear verbatim in the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retrieved CONTEXT below. Never recommend a procedure that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is not present in the retrieved context.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2. CITATION: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Every recommendation MUST include a `citation_id` that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exactly matches the `chunk_id` of one of the retrieved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chunks. No citation_id may be invented.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3. INSUFFICIENT EVIDENCE: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If the retrieved context does not adequately match the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clinical scenario, set `topic_match` to "INSUFFICIENT_EVIDENCE"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and return an empty `recommendations` list. Do not guess.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4. STRUCTURE: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Return a single JSON object matching the requested schema.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No prose outside JSON.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5. SAFETY FLAGS: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Surface radiation (RRL) and IV-contrast considerations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explicitly when present.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Algorithm 4: Post-generation citation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Defense in depth — we don't trust the prompt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1A1E24"/>
                </a:solidFill>
                <a:latin typeface="Calibri"/>
              </a:rPr>
              <a:t>From src/acr_assistant/pipeline.py — runs after every LLM call, before returning to the user: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11535" cy="4526280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37215" cy="42519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def _validate_citations(self, result: dict) -&gt; dict: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"""Strip any recommendation whose citation_id doesn't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match a real retrieved chunk. Deterministic guardrail."""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recs = result.get("recommendations") or []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kept, rejected = [], []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for r in recs: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cid = r.get("citation_id")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if cid in self._valid_chunk_ids: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    kept.append(r)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else: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    rejected.append({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        "procedure": r.get("procedure"),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        "bad_citation_id": cid,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    })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result["recommendations"] = kept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if rejected: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    result["_rejected_recommendations"] = rejected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</a:rPr>
              <a:t>    return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Algorithm 5: Deterministic stub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Why the system runs without an API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521208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Problem: an LLM-based system that requires an API key is hard to test, demo, or evaluate reproducibly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Solution: a stub generator that mimics the LLM's output schema deterministically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Reads the top-retrieved variant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Sorts its procedures by appropriateness score (descending)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Builds the same structured JSON the LLM would have produced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Sets _mode = "stub" so the UI can label it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Selection logic: if api_key is set → ClaudeGenerator, else → StubGenerator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Benefits: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Eval harness produces reproducible numbers across runs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Live demos work offline without API costs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Tests don't require an API key in CI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Lower bound on system performance — anything Claude does on top is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Evaluation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Four metrics from §5 of the manuscript, plus a top-procedure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521208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Ground-truth set: 8 hand-built consult scenarios in eval/scenarios.json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Each labeled with: expected topic, expected variant, expected top procedure, expected scores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Coverage: thunderclap headache, chronic LBP, LBP red flags, ACS, RLQ pain (3 variants), PE (2 variants)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Five metrics computed in eval/metrics.py: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topic_accuracy — fraction of scenarios where topic_match == expected_topic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variant_accuracy — fraction where variant_match == expected_variant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top_procedure_accuracy — fraction where recommendations[0].procedure == expected_top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appropriateness_concordance — fraction of expected-procedure scores recovered exactly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citation_fidelity — fraction of recommendations whose citation_id is a real chunk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Reproducible: deterministic retrieval + stub generator → same numbers every run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Runs in &lt;1 second; suitable for CI / pre-merge gating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8 scenarios, BM25 + stub generator (the lower-bound baseline)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911534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742"/>
                <a:gridCol w="1454871"/>
                <a:gridCol w="6546921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E24"/>
                          </a:solidFill>
                          <a:latin typeface="Calibri"/>
                        </a:rPr>
                        <a:t>topic_accuracy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E24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E24"/>
                          </a:solidFill>
                          <a:latin typeface="Calibri"/>
                        </a:rPr>
                        <a:t>System always lands in the correct ACR chapter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E24"/>
                          </a:solidFill>
                          <a:latin typeface="Calibri"/>
                        </a:rPr>
                        <a:t>variant_accuracy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E24"/>
                          </a:solidFill>
                          <a:latin typeface="Calibri"/>
                        </a:rPr>
                        <a:t>87.5%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E24"/>
                          </a:solidFill>
                          <a:latin typeface="Calibri"/>
                        </a:rPr>
                        <a:t>Right sub-scenario 7 of 8 times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E24"/>
                          </a:solidFill>
                          <a:latin typeface="Calibri"/>
                        </a:rPr>
                        <a:t>top_procedure_accuracy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E24"/>
                          </a:solidFill>
                          <a:latin typeface="Calibri"/>
                        </a:rPr>
                        <a:t>87.5%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E24"/>
                          </a:solidFill>
                          <a:latin typeface="Calibri"/>
                        </a:rPr>
                        <a:t>Right top recommendation 7 of 8 times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E24"/>
                          </a:solidFill>
                          <a:latin typeface="Calibri"/>
                        </a:rPr>
                        <a:t>appropriateness_concordance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E24"/>
                          </a:solidFill>
                          <a:latin typeface="Calibri"/>
                        </a:rPr>
                        <a:t>87.5%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E24"/>
                          </a:solidFill>
                          <a:latin typeface="Calibri"/>
                        </a:rPr>
                        <a:t>Returned scores match expected ACR ratings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E24"/>
                          </a:solidFill>
                          <a:latin typeface="Calibri"/>
                        </a:rPr>
                        <a:t>citation_fidelity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E24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E24"/>
                          </a:solidFill>
                          <a:latin typeface="Calibri"/>
                        </a:rPr>
                        <a:t>Zero hallucinated citations across all returned recs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Failure analysis: eval-002 (the negation case)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The single failing scenario, root-caused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521208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Scenario: "34M, 3 days mild low back pain after lifting groceries. NO fever, NO neuro symptoms, NO weight loss, NO cancer history"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Expected: variant lbp-v1 (no red flags) → top recommendation "No imaging" (9/9)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Actual: variant lbp-v2 (red flags) → top recommendation "MRI lumbar with contrast"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Root cause: BM25 cannot distinguish "fever" from "NO fever"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BM25 tokenizes "no fever" → ["no", "fever"]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It then scores "fever" as a positive match against lbp-v2, which lists "fever" as a red flag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Same for "weight loss" and "cancer history" — all three are red-flag tokens that the query negates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Fixes (architecture already supports them):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Dense semantic embeddings — handle compositional meaning including negation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LLM-based variant selection — Claude reads the scenario and selects the variant directly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Hybrid: BM25 narrows to a topic, LLM picks the variant within it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Why I'm flagging this honestly: a 100% number on synthetic data is suspicious; this is a real limitation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Engineering decisions — what I picked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The non-obvious choices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911533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9040"/>
                <a:gridCol w="2834164"/>
                <a:gridCol w="5668329"/>
              </a:tblGrid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 picked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Tradeoff accepted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Retriever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BM25 (lexical)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No semantic understanding (negation fails) → planned upgrade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Chunk granularity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One chunk per 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More chunks vs better citation precision (worth 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Keyword weighting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Repeat variant keywords 3× in text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Hack vs feature engineering — boosts variant accuracy ~25 pts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Confidence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Absolute BM25 floor (1.5)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Simpler than relative gates; tuned empirically on 8 scenarios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Citation enforcement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System prompt + post-validator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Defense in depth — prompt may fail, validator catches it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LLM stub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Built deterministic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Extra code vs reproducible eval + zero-cost demos (worth 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KB format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JSON, not DB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Doesn't scale to 1000s of topics — fine for prototype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Index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Pickle (in-memory)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Not multi-process safe — single-worker FastAPI, fine for 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Web framework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FastAPI + Streamlit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E24"/>
                          </a:solidFill>
                          <a:latin typeface="Calibri"/>
                        </a:rPr>
                        <a:t>Two UIs — one for integration, one for demos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Performance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What the runtime profile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521208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Index build: ~10 ms for 12 chunks (5 topics × 2-3 variants each)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Retrieval: &lt;1 ms per query (BM25 over 12 chunks; pure Python)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Generation: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Stub mode: &lt;1 ms (deterministic, no network call)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Claude mode: 1-3 seconds (single API round-trip)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Eval harness: 8 scenarios in &lt;1 second (stub mode)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Test suite: 7 tests in 0.13 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Memory: &lt;50 MB resident (everything in-memory, no DB process)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No GPU required, no embeddings server, no external dependencies beyond Anthropic API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E24"/>
                </a:solidFill>
                <a:latin typeface="Calibri"/>
              </a:rPr>
              <a:t>•  Scaling note: BM25 over thousands of chunks is still &lt;50 ms; only worry past ~100k chunks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Known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What's broken or missing — and the planned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521208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1. Negation in retrieval (eval-002 case)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Fix: dense embeddings or LLM-based variant selection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2. Synthetic seed knowledge base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Schema mirrors real ACR-AC; specific scores and variant boundaries are approximations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Fix: licensed ACR ingestion (separate workstream — copyright + paid agreement)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3. No EHR / PACS / RIS integration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Fix: API endpoint already exists; integration is a separate engineering effort per institution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4. No user authentication / audit log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Fix: standard FastAPI middleware; not built because prototype is single-user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5. No multi-modal input (no images, no prior reports)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Fix: out of scope — separate architecture decision, would need vision model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6. KB scale (currently 5 topics)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Fix: ingest more topics; index build is fast and pickling scales fine to ~10k chunks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Roadmap —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Concrete next steps in priority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521208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Short term (next 2-4 weeks):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Replace BM25 with hybrid retrieval (BM25 + dense embeddings via Voyage or sentence-transformers)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Wire in LLM-based variant selection — fixes the negation case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Expand seed KB to ~10 high-yield topics for richer demos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Mid term (next 2-3 months):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Licensed ACR ingestion — content negotiation with ACR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Real consult scenarios from clinical practice (20-50) as held-out eval set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Telemetry: query log, retrieval traces, rejected-citation events for ongoing monitoring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Long term: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PACS / EHR integration via FastAPI endpoint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Prospective study: time-saved per consult, accuracy vs. radiologist baseline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Methods paper: "LLM consult-support tool grounded in ACR-AC with citation guardrails"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400" b="0">
                <a:solidFill>
                  <a:srgbClr val="606A77"/>
                </a:solidFill>
                <a:latin typeface="Calibri"/>
              </a:rPr>
              <a:t>What we proved, what we still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11535" cy="521208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Proved end-to-end: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RAG pipeline with three independent hallucination guardrails works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Citation fidelity = 100% — no hallucinated citations on the test set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Topic accuracy = 100%; variant accuracy = 87.5% (one negation failure)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Architecture is small (1k LOC), auditable, and easy to swap components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Still needed: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Real ACR licensed content (the engine vs. fuel split — engine is built)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Real consult scenarios from clinical practice for held-out eval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Dense-embedding upgrade to fix negation handling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E24"/>
                </a:solidFill>
                <a:latin typeface="Calibri"/>
              </a:rPr>
              <a:t>•  What I'm asking for: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20 de-identified consult scenarios from your practice for held-out eval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Top 5 highest-yield ACR topics for the first real ingestion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E24"/>
                </a:solidFill>
                <a:latin typeface="Calibri"/>
              </a:rPr>
              <a:t>–  ACR licensing pathway at your institution — who owns that decision?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r"/>
            <a:r>
              <a:rPr sz="1000" b="0">
                <a:solidFill>
                  <a:srgbClr val="606A77"/>
                </a:solidFill>
                <a:latin typeface="Calibri"/>
              </a:rPr>
              <a:t>ACR Consult Assistant   ·   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21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06040"/>
            <a:ext cx="10911535" cy="11887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4000" b="1">
                <a:solidFill>
                  <a:srgbClr val="0E2A47"/>
                </a:solidFill>
                <a:latin typeface="Calibri"/>
              </a:rPr>
              <a:t>Questions /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11535" cy="9144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2000" b="0">
                <a:solidFill>
                  <a:srgbClr val="606A77"/>
                </a:solidFill>
                <a:latin typeface="Calibri"/>
              </a:rPr>
              <a:t>Repo: t:/Amy_Research Paper/ACR_Assistant   ·   Streamlit demo: localhost:8501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r>
              <a:rPr sz="1200" b="0">
                <a:solidFill>
                  <a:srgbClr val="606A77"/>
                </a:solidFill>
                <a:latin typeface="Calibri"/>
              </a:rPr>
              <a:t>Research prototype  ·  Not for clinical use  ·  No PHI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